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</p:sldIdLst>
  <p:sldSz cx="10080625" cy="5670550"/>
  <p:notesSz cx="7559675" cy="10691812"/>
</p:presentation>
</file>

<file path=ppt/commentAuthors.xml><?xml version="1.0" encoding="utf-8"?>
<p:cmAuthorLst xmlns:p="http://schemas.openxmlformats.org/presentationml/2006/main">
  <p:cmAuthor id="0" name="" initials="" lastIdx="1" clrIdx="0"/>
</p:cmAuthorLst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0-12-30T06:34:16.000000000" idx="1">
    <p:pos x="0" y="0"/>
    <p:text/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237960" y="950040"/>
            <a:ext cx="7857000" cy="468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fr-FR" sz="5670" spc="-1" strike="noStrike">
                <a:latin typeface="Arial"/>
              </a:rPr>
              <a:t>Click to move the slide</a:t>
            </a:r>
            <a:endParaRPr b="0" lang="fr-FR" sz="567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833040" y="5938200"/>
            <a:ext cx="6666840" cy="56253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fr-FR" sz="3280" spc="-1" strike="noStrike">
                <a:latin typeface="Arial"/>
              </a:rPr>
              <a:t>Click to edit the notes format</a:t>
            </a:r>
            <a:endParaRPr b="0" lang="fr-FR" sz="328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616560" cy="624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fr-FR" sz="1400" spc="-1" strike="noStrike">
                <a:latin typeface="Times New Roman"/>
              </a:rPr>
              <a:t>&lt;header&gt;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/>
          </p:nvPr>
        </p:nvSpPr>
        <p:spPr>
          <a:xfrm>
            <a:off x="4716720" y="0"/>
            <a:ext cx="3616560" cy="624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fr-FR" sz="1400" spc="-1" strike="noStrike">
                <a:latin typeface="Times New Roman"/>
              </a:rPr>
              <a:t>&lt;date/time&gt;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ftr"/>
          </p:nvPr>
        </p:nvSpPr>
        <p:spPr>
          <a:xfrm>
            <a:off x="0" y="11876760"/>
            <a:ext cx="3616560" cy="6246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fr-FR" sz="1400" spc="-1" strike="noStrike">
                <a:latin typeface="Times New Roman"/>
              </a:rPr>
              <a:t>&lt;footer&gt;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sldNum"/>
          </p:nvPr>
        </p:nvSpPr>
        <p:spPr>
          <a:xfrm>
            <a:off x="4716720" y="11876760"/>
            <a:ext cx="3616560" cy="6246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288F94EA-EACE-4C00-B19D-222EBF023773}" type="slidenum">
              <a:rPr b="0" lang="fr-FR" sz="1400" spc="-1" strike="noStrike">
                <a:latin typeface="Times New Roman"/>
              </a:rPr>
              <a:t>&lt;number&gt;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420120" y="801720"/>
            <a:ext cx="6719040" cy="4008240"/>
          </a:xfrm>
          <a:prstGeom prst="rect">
            <a:avLst/>
          </a:prstGeom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09960"/>
          </a:xfrm>
          <a:prstGeom prst="rect">
            <a:avLst/>
          </a:prstGeom>
        </p:spPr>
        <p:txBody>
          <a:bodyPr lIns="0" rIns="0" tIns="91440" bIns="91440">
            <a:noAutofit/>
          </a:bodyPr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n-GB" sz="1100" spc="-1" strike="noStrike">
                <a:latin typeface="Arial"/>
              </a:rPr>
              <a:t>https://pixabay.com/en/macbook-apple-imac-computer-screen-606763/</a:t>
            </a:r>
            <a:endParaRPr b="0" lang="fr-FR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567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53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latin typeface="Arial"/>
              </a:rPr>
              <a:t>Click to edit the title text format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Click to edit the outline text format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Outline Level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Third Outline Level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Fourth Outline Level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Fifth Outline Level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Sixth Outline Level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Seventh Outline Level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fr-FR" sz="1400" spc="-1" strike="noStrike">
                <a:latin typeface="Times New Roman"/>
              </a:rPr>
              <a:t>&lt;date/time&gt;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fr-FR" sz="1400" spc="-1" strike="noStrike">
                <a:latin typeface="Times New Roman"/>
              </a:rPr>
              <a:t>&lt;footer&gt;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A9930E61-B8F1-4F65-BC7F-7B720683DC35}" type="slidenum">
              <a:rPr b="0" lang="fr-FR" sz="1400" spc="-1" strike="noStrike">
                <a:latin typeface="Times New Roman"/>
              </a:rPr>
              <a:t>&lt;number&gt;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fr-FR" sz="5670" spc="-1" strike="noStrike">
                <a:latin typeface="Arial"/>
              </a:rPr>
              <a:t>Click to edit the title text format</a:t>
            </a:r>
            <a:endParaRPr b="0" lang="fr-FR" sz="567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5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530" spc="-1" strike="noStrike">
                <a:latin typeface="Arial"/>
              </a:rPr>
              <a:t>Click to edit the outline text format</a:t>
            </a:r>
            <a:endParaRPr b="0" lang="fr-FR" sz="3530" spc="-1" strike="noStrike">
              <a:latin typeface="Arial"/>
            </a:endParaRPr>
          </a:p>
          <a:p>
            <a:pPr lvl="1" marL="864000" indent="-324000">
              <a:spcBef>
                <a:spcPts val="124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080" spc="-1" strike="noStrike">
                <a:latin typeface="Arial"/>
              </a:rPr>
              <a:t>Second Outline Level</a:t>
            </a:r>
            <a:endParaRPr b="0" lang="fr-FR" sz="3080" spc="-1" strike="noStrike">
              <a:latin typeface="Arial"/>
            </a:endParaRPr>
          </a:p>
          <a:p>
            <a:pPr lvl="2" marL="1296000" indent="-288000">
              <a:spcBef>
                <a:spcPts val="9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40" spc="-1" strike="noStrike">
                <a:latin typeface="Arial"/>
              </a:rPr>
              <a:t>Third Outline Level</a:t>
            </a:r>
            <a:endParaRPr b="0" lang="fr-FR" sz="2640" spc="-1" strike="noStrike">
              <a:latin typeface="Arial"/>
            </a:endParaRPr>
          </a:p>
          <a:p>
            <a:pPr lvl="3" marL="1728000" indent="-216000">
              <a:spcBef>
                <a:spcPts val="62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10" spc="-1" strike="noStrike">
                <a:latin typeface="Arial"/>
              </a:rPr>
              <a:t>Fourth Outline Level</a:t>
            </a:r>
            <a:endParaRPr b="0" lang="fr-FR" sz="2210" spc="-1" strike="noStrike">
              <a:latin typeface="Arial"/>
            </a:endParaRPr>
          </a:p>
          <a:p>
            <a:pPr lvl="4" marL="2160000" indent="-216000">
              <a:spcBef>
                <a:spcPts val="3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10" spc="-1" strike="noStrike">
                <a:latin typeface="Arial"/>
              </a:rPr>
              <a:t>Fifth Outline Level</a:t>
            </a:r>
            <a:endParaRPr b="0" lang="fr-FR" sz="2210" spc="-1" strike="noStrike">
              <a:latin typeface="Arial"/>
            </a:endParaRPr>
          </a:p>
          <a:p>
            <a:pPr lvl="5" marL="2592000" indent="-216000">
              <a:spcBef>
                <a:spcPts val="3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10" spc="-1" strike="noStrike">
                <a:latin typeface="Arial"/>
              </a:rPr>
              <a:t>Sixth Outline Level</a:t>
            </a:r>
            <a:endParaRPr b="0" lang="fr-FR" sz="2210" spc="-1" strike="noStrike">
              <a:latin typeface="Arial"/>
            </a:endParaRPr>
          </a:p>
          <a:p>
            <a:pPr lvl="6" marL="3024000" indent="-216000">
              <a:spcBef>
                <a:spcPts val="3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10" spc="-1" strike="noStrike">
                <a:latin typeface="Arial"/>
              </a:rPr>
              <a:t>Seventh Outline Level</a:t>
            </a:r>
            <a:endParaRPr b="0" lang="fr-FR" sz="221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3" Type="http://schemas.openxmlformats.org/officeDocument/2006/relationships/comments" Target="../comments/comment1.xml"/><Relationship Id="rId4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-52920"/>
            <a:ext cx="10078920" cy="5668920"/>
          </a:xfrm>
          <a:prstGeom prst="rect">
            <a:avLst/>
          </a:prstGeom>
          <a:solidFill>
            <a:srgbClr val="566579">
              <a:alpha val="91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CustomShape 2"/>
          <p:cNvSpPr/>
          <p:nvPr/>
        </p:nvSpPr>
        <p:spPr>
          <a:xfrm>
            <a:off x="1406520" y="821520"/>
            <a:ext cx="7164360" cy="185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4000" spc="-1" strike="noStrike">
                <a:solidFill>
                  <a:srgbClr val="000dff"/>
                </a:solidFill>
                <a:latin typeface="40ebuchet MS"/>
                <a:ea typeface="Trebuchet MS"/>
              </a:rPr>
              <a:t>JOBS</a:t>
            </a:r>
            <a:r>
              <a:rPr b="1" lang="en-GB" sz="4000" spc="-1" strike="noStrike">
                <a:solidFill>
                  <a:srgbClr val="ffffff"/>
                </a:solidFill>
                <a:latin typeface="40ebuchet MS"/>
                <a:ea typeface="Trebuchet MS"/>
              </a:rPr>
              <a:t>, </a:t>
            </a:r>
            <a:r>
              <a:rPr b="1" lang="en-GB" sz="4000" spc="-1" strike="noStrike">
                <a:solidFill>
                  <a:srgbClr val="5500ad"/>
                </a:solidFill>
                <a:latin typeface="40ebuchet MS"/>
                <a:ea typeface="Trebuchet MS"/>
              </a:rPr>
              <a:t>SKILLS</a:t>
            </a:r>
            <a:r>
              <a:rPr b="1" lang="en-GB" sz="4000" spc="-1" strike="noStrike">
                <a:solidFill>
                  <a:srgbClr val="ffffff"/>
                </a:solidFill>
                <a:latin typeface="40ebuchet MS"/>
                <a:ea typeface="Trebuchet MS"/>
              </a:rPr>
              <a:t> </a:t>
            </a:r>
            <a:br/>
            <a:r>
              <a:rPr b="1" lang="en-GB" sz="4000" spc="-1" strike="noStrike">
                <a:solidFill>
                  <a:srgbClr val="ffffff"/>
                </a:solidFill>
                <a:latin typeface="40ebuchet MS"/>
                <a:ea typeface="Trebuchet MS"/>
              </a:rPr>
              <a:t>&amp; </a:t>
            </a:r>
            <a:r>
              <a:rPr b="1" lang="en-GB" sz="4000" spc="-1" strike="noStrike">
                <a:solidFill>
                  <a:srgbClr val="f16e00"/>
                </a:solidFill>
                <a:latin typeface="40ebuchet MS"/>
                <a:ea typeface="Trebuchet MS"/>
              </a:rPr>
              <a:t>LEARNING OBJECTS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87" name="CustomShape 3"/>
          <p:cNvSpPr/>
          <p:nvPr/>
        </p:nvSpPr>
        <p:spPr>
          <a:xfrm>
            <a:off x="443160" y="5184720"/>
            <a:ext cx="435600" cy="22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78C7A63E-56E2-489D-BED2-FF4E47B54390}" type="slidenum">
              <a:rPr b="0" lang="en-GB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latin typeface="Arial"/>
            </a:endParaRPr>
          </a:p>
        </p:txBody>
      </p:sp>
      <p:sp>
        <p:nvSpPr>
          <p:cNvPr id="88" name="CustomShape 4"/>
          <p:cNvSpPr/>
          <p:nvPr/>
        </p:nvSpPr>
        <p:spPr>
          <a:xfrm>
            <a:off x="-79200" y="2401920"/>
            <a:ext cx="10158480" cy="66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GB" sz="2700" spc="-1" strike="noStrike">
                <a:solidFill>
                  <a:srgbClr val="ffffff"/>
                </a:solidFill>
                <a:latin typeface="Trebuchet MS"/>
                <a:ea typeface="Trebuchet MS"/>
              </a:rPr>
              <a:t>Dashboard for L.O. and Text Classification A.I.</a:t>
            </a:r>
            <a:endParaRPr b="0" lang="fr-FR" sz="2700" spc="-1" strike="noStrike">
              <a:latin typeface="Arial"/>
            </a:endParaRPr>
          </a:p>
        </p:txBody>
      </p:sp>
      <p:sp>
        <p:nvSpPr>
          <p:cNvPr id="89" name="CustomShape 5"/>
          <p:cNvSpPr/>
          <p:nvPr/>
        </p:nvSpPr>
        <p:spPr>
          <a:xfrm>
            <a:off x="0" y="5148360"/>
            <a:ext cx="9999720" cy="34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n-GB" sz="1200" spc="-1" strike="noStrike">
                <a:solidFill>
                  <a:srgbClr val="ffffff"/>
                </a:solidFill>
                <a:latin typeface="Arial"/>
                <a:ea typeface="Arial"/>
              </a:rPr>
              <a:t>Julien Bonnegoy – Formation au Titre Professionnel de Développeur en Intelligence Artificielle</a:t>
            </a:r>
            <a:br/>
            <a:r>
              <a:rPr b="0" lang="en-GB" sz="1200" spc="-1" strike="noStrike">
                <a:solidFill>
                  <a:srgbClr val="ffffff"/>
                </a:solidFill>
                <a:latin typeface="Arial"/>
                <a:ea typeface="Arial"/>
              </a:rPr>
              <a:t>progrmme </a:t>
            </a:r>
            <a:r>
              <a:rPr b="0" lang="en-GB" sz="1200" spc="-1" strike="noStrike">
                <a:solidFill>
                  <a:srgbClr val="df6464"/>
                </a:solidFill>
                <a:latin typeface="Arial"/>
                <a:ea typeface="Arial"/>
              </a:rPr>
              <a:t>Simplon</a:t>
            </a:r>
            <a:r>
              <a:rPr b="0" lang="en-GB" sz="1200" spc="-1" strike="noStrike">
                <a:solidFill>
                  <a:srgbClr val="df6464"/>
                </a:solidFill>
                <a:latin typeface="Arial"/>
                <a:ea typeface="Arial"/>
              </a:rPr>
              <a:t>.co</a:t>
            </a:r>
            <a:r>
              <a:rPr b="0" lang="en-GB" sz="1200" spc="-1" strike="noStrike">
                <a:solidFill>
                  <a:srgbClr val="ffffff"/>
                </a:solidFill>
                <a:latin typeface="Arial"/>
                <a:ea typeface="Arial"/>
              </a:rPr>
              <a:t> parrainé pat l</a:t>
            </a:r>
            <a:r>
              <a:rPr b="0" lang="en-GB" sz="1200" spc="-1" strike="noStrike">
                <a:solidFill>
                  <a:srgbClr val="08a4f8"/>
                </a:solidFill>
                <a:latin typeface="Arial"/>
                <a:ea typeface="Arial"/>
              </a:rPr>
              <a:t>’</a:t>
            </a:r>
            <a:r>
              <a:rPr b="1" lang="en-GB" sz="1200" spc="-1" strike="noStrike">
                <a:solidFill>
                  <a:srgbClr val="08a4f8"/>
                </a:solidFill>
                <a:latin typeface="Arial"/>
                <a:ea typeface="Arial"/>
              </a:rPr>
              <a:t>Ecole Data I.A</a:t>
            </a:r>
            <a:r>
              <a:rPr b="1" lang="en-GB" sz="1200" spc="-1" strike="noStrike">
                <a:solidFill>
                  <a:srgbClr val="ffffff"/>
                </a:solidFill>
                <a:latin typeface="Arial"/>
                <a:ea typeface="Arial"/>
              </a:rPr>
              <a:t>. Microsoft</a:t>
            </a:r>
            <a:endParaRPr b="0" lang="fr-FR" sz="1200" spc="-1" strike="noStrike"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n-GB" sz="1200" spc="-1" strike="noStrike">
                <a:solidFill>
                  <a:srgbClr val="ffffff"/>
                </a:solidFill>
                <a:latin typeface="Arial"/>
                <a:ea typeface="Arial"/>
              </a:rPr>
              <a:t>Contrat de Professionnalisation de 12 mois chez </a:t>
            </a:r>
            <a:r>
              <a:rPr b="1" lang="en-GB" sz="1200" spc="-1" strike="noStrike">
                <a:solidFill>
                  <a:srgbClr val="ff8300"/>
                </a:solidFill>
                <a:latin typeface="Arial"/>
                <a:ea typeface="Arial"/>
              </a:rPr>
              <a:t>Orange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LibreOffice/6.4.6.2$Linux_X86_64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2021-01-01T04:57:57Z</dcterms:created>
  <dc:creator/>
  <dc:description/>
  <dc:language>fr-FR</dc:language>
  <cp:lastModifiedBy/>
  <dcterms:modified xsi:type="dcterms:W3CDTF">2021-01-01T05:07:59Z</dcterms:modified>
  <cp:revision>2</cp:revision>
  <dc:subject/>
  <dc:title/>
</cp:coreProperties>
</file>